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0" y="4474666"/>
            <a:ext cx="3009900" cy="409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5347" y="2644080"/>
            <a:ext cx="10441305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Inter"/>
              </a:rPr>
              <a:t>Cloud-Native Portfolio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63255"/>
            <a:ext cx="7620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Design, Containerization, and Deployment utilizing Docker and Nginx.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5" y="4598491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7167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34988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Medium"/>
              </a:rPr>
              <a:t>Traditional web hosting methodologies suffer from significant inconsistencies and lack modern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182713"/>
            <a:ext cx="50196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Environment Inconsistency: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The notorious "it works on my machine" syndrome caused by differing OS versions and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241625"/>
            <a:ext cx="50196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Manual Deployment Risks: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File transfers via FTP are error-prone, lack version control, and are difficult to roll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300537"/>
            <a:ext cx="50196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Lack of Isolation: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Applications share host resources directly, leading to security vulnerabilities and dependency conflicts.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359449"/>
            <a:ext cx="50196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Scalability Bottlenecks: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Traditional static hosting cannot seamlessly integrate with modern orchestration tools (like Kubernetes) if traffic spikes.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81200"/>
            <a:ext cx="5267325" cy="3790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39638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Inter"/>
              </a:rPr>
              <a:t>The </a:t>
            </a:r>
            <a:r>
              <a:rPr sz="3300" b="1" i="0" u="none">
                <a:solidFill>
                  <a:srgbClr val="38BDF8"/>
                </a:solidFill>
                <a:latin typeface="Inter"/>
              </a:rPr>
              <a:t>Problem Statement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01763"/>
            <a:ext cx="1047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60675"/>
            <a:ext cx="1047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19587"/>
            <a:ext cx="1047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78499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98575"/>
            <a:ext cx="3492549" cy="43561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698575"/>
            <a:ext cx="3492549" cy="43561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698575"/>
            <a:ext cx="3492549" cy="43561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089100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993975"/>
            <a:ext cx="297037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Frontend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60700"/>
            <a:ext cx="2901999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Develop a highly responsive, performant personal portfolio using semantic HTML5, CSS3 Grid/Flexbox, and vanilla JavaScript without relying on heavy frontend frameworks.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089100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2993975"/>
            <a:ext cx="226028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Containerization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460700"/>
            <a:ext cx="2901999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Implement Docker to encapsulate the application and web server (Nginx) into a single, portable image, ensuring absolute environmental consistency across any operating system.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089100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2993975"/>
            <a:ext cx="3047099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Infrastructure as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784550"/>
            <a:ext cx="2901999" cy="173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Utilize to define deployment configurations, port mappings, and automated health checks, replacing manual setup with automated provisioning.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270075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949" y="2270075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4349" y="227007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3924" y="3803600"/>
            <a:ext cx="1828800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Inter"/>
              </a:rPr>
              <a:t>Project </a:t>
            </a:r>
            <a:r>
              <a:rPr sz="3300" b="1" i="0" u="none">
                <a:solidFill>
                  <a:srgbClr val="38BDF8"/>
                </a:solidFill>
                <a:latin typeface="Inter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5329"/>
            <a:ext cx="5286375" cy="43826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5329"/>
            <a:ext cx="5286375" cy="43826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75854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Inter"/>
              </a:rPr>
              <a:t>Hardware Prerequisites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2542579"/>
            <a:ext cx="4505325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4650" y="2075854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Inter"/>
              </a:rPr>
              <a:t>Software Prerequisites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4650" y="2542579"/>
            <a:ext cx="4505325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2025" y="2790229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Processor: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Dual-core CPU (Intel i3 / AMD Ryzen 3 or equivalent minimum)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512046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Memory: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4GB RAM minimum (8GB recommended for Docker Desktop)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233862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Storage: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10GB available free space (SSD preferred for faster image builds)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955678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Network: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Active internet connection (required for fetching Docker base images)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2790229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OS: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Windows 10/11 (WSL2 enabled), macOS, or any modern Linux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512046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Engine: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Docker Engine v24.0 or higher / Docker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233862"/>
            <a:ext cx="4505325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Orchestration: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Docker Compose v2.0 or higher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666208"/>
            <a:ext cx="45053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F8FAFC"/>
                </a:solidFill>
                <a:latin typeface="Inter SemiBold"/>
              </a:rPr>
              <a:t>Client: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Modern Web Browser (Chrome, Firefox, Edge)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Inter"/>
              </a:rPr>
              <a:t>System </a:t>
            </a:r>
            <a:r>
              <a:rPr sz="3300" b="1" i="0" u="none">
                <a:solidFill>
                  <a:srgbClr val="38BDF8"/>
                </a:solidFill>
                <a:latin typeface="Inter"/>
              </a:rPr>
              <a:t>Requirements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809279"/>
            <a:ext cx="133498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531096"/>
            <a:ext cx="133498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252912"/>
            <a:ext cx="133498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974728"/>
            <a:ext cx="133498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809279"/>
            <a:ext cx="133498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531096"/>
            <a:ext cx="133498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4252912"/>
            <a:ext cx="133498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4685258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762000"/>
            <a:ext cx="55006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Inter"/>
              </a:rPr>
              <a:t>System </a:t>
            </a:r>
            <a:r>
              <a:rPr sz="3300" b="1" i="0" u="none">
                <a:solidFill>
                  <a:srgbClr val="38BDF8"/>
                </a:solidFill>
                <a:latin typeface="Inter"/>
              </a:rPr>
              <a:t>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26282"/>
            <a:ext cx="55006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Multi-Stage Build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93007"/>
            <a:ext cx="5238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The is engineered using best practices for security and image size optimization.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412057"/>
            <a:ext cx="10668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3362473"/>
            <a:ext cx="52387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8BDF8"/>
                </a:solidFill>
                <a:latin typeface="Inter"/>
              </a:rPr>
              <a:t>Stage 1 (Builder):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Uses as a base. It prepares the workspace and isolates source files, setting the foundation for future asset minification.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73760"/>
            <a:ext cx="52387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8BDF8"/>
                </a:solidFill>
                <a:latin typeface="Inter"/>
              </a:rPr>
              <a:t>Stage 2 (Production):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Uses . It copies only the final artifacts from Stage 1, injects the custom , and assigns non-root permissions to the Nginx user for enhanced security.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381523"/>
            <a:ext cx="14478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1325" y="4392810"/>
            <a:ext cx="17335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71752"/>
            <a:ext cx="10668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1497"/>
            <a:ext cx="5286375" cy="3790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010197"/>
            <a:ext cx="4505325" cy="2275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9700" y="2467272"/>
            <a:ext cx="40576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34D399"/>
                </a:solidFill>
                <a:latin typeface="JetBrains Mono"/>
              </a:rPr>
              <a:t>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10428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Docker Compose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571005"/>
            <a:ext cx="52863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The file abstracts the complex build commands into a single, declarative configuration file.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486322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50" y="3210222"/>
            <a:ext cx="41052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i="0" u="none">
                <a:solidFill>
                  <a:srgbClr val="64748B"/>
                </a:solidFill>
                <a:latin typeface="JetBrains Mono"/>
              </a:rPr>
              <a:t># Build and start the container in detached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728144"/>
            <a:ext cx="41052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i="0" u="none">
                <a:solidFill>
                  <a:srgbClr val="34D399"/>
                </a:solidFill>
                <a:latin typeface="JetBrains Mono"/>
              </a:rPr>
              <a:t>$ docker compose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246066"/>
            <a:ext cx="41052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i="0" u="none">
                <a:solidFill>
                  <a:srgbClr val="64748B"/>
                </a:solidFill>
                <a:latin typeface="JetBrains Mono"/>
              </a:rPr>
              <a:t># Verify health check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505027"/>
            <a:ext cx="41052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i="0" u="none">
                <a:solidFill>
                  <a:srgbClr val="34D399"/>
                </a:solidFill>
                <a:latin typeface="JetBrains Mono"/>
              </a:rPr>
              <a:t>$ docker 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4859238"/>
            <a:ext cx="4105275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0" i="0" u="none">
                <a:solidFill>
                  <a:srgbClr val="94A3B8"/>
                </a:solidFill>
                <a:latin typeface="JetBrains Mono"/>
              </a:rPr>
              <a:t>STATUS: Up 10 seconds (healthy)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2590055"/>
            <a:ext cx="182880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00825" y="3340447"/>
            <a:ext cx="50196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Service Definition: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Automatically builds the and maps host port 8080 to container port 80.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109888"/>
            <a:ext cx="50196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Resilience: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Implements policy to ensure uptime across server reboots.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879330"/>
            <a:ext cx="50196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CBD5E1"/>
                </a:solidFill>
                <a:latin typeface="Inter"/>
              </a:rPr>
              <a:t>Monitoring:</a:t>
            </a:r>
            <a:r>
              <a:rPr sz="1425" b="0" i="0" u="none">
                <a:solidFill>
                  <a:srgbClr val="CBD5E1"/>
                </a:solidFill>
                <a:latin typeface="Inter"/>
              </a:rPr>
              <a:t> Integrates a built-in health check using to ping the endpoint every 30 seconds.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0" y="3359497"/>
            <a:ext cx="10668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3325" y="5187850"/>
            <a:ext cx="78105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Inter"/>
              </a:rPr>
              <a:t>Automated </a:t>
            </a:r>
            <a:r>
              <a:rPr sz="3300" b="1" i="0" u="none">
                <a:solidFill>
                  <a:srgbClr val="38BDF8"/>
                </a:solidFill>
                <a:latin typeface="Inter"/>
              </a:rPr>
              <a:t>Deployment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3359497"/>
            <a:ext cx="1047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4128938"/>
            <a:ext cx="1047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8700" y="4128938"/>
            <a:ext cx="23050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4898380"/>
            <a:ext cx="1047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9000" y="4898380"/>
            <a:ext cx="495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079277"/>
            <a:ext cx="1160145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41327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This concludes the defense presentation for the Cloud-Native Portfolio Project.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837" y="4407098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486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Inter</vt:lpstr>
      <vt:lpstr>Inter Medium</vt:lpstr>
      <vt:lpstr>Inter SemiBold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Maurya</cp:lastModifiedBy>
  <cp:revision>3</cp:revision>
  <dcterms:created xsi:type="dcterms:W3CDTF">2013-01-27T09:14:16Z</dcterms:created>
  <dcterms:modified xsi:type="dcterms:W3CDTF">2026-07-24T19:06:55Z</dcterms:modified>
  <cp:category/>
</cp:coreProperties>
</file>